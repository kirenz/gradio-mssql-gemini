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2" autoAdjust="0"/>
    <p:restoredTop sz="94694" autoAdjust="0"/>
  </p:normalViewPr>
  <p:slideViewPr>
    <p:cSldViewPr snapToGrid="0" snapToObjects="1">
      <p:cViewPr varScale="1">
        <p:scale>
          <a:sx n="139" d="100"/>
          <a:sy n="139" d="100"/>
        </p:scale>
        <p:origin x="176" y="71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2/19/25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venir Next" panose="020B0503020202020204" pitchFamily="34" charset="0"/>
              </a:defRPr>
            </a:lvl1pPr>
          </a:lstStyle>
          <a:p>
            <a:fld id="{241EB5C9-1307-BA42-ABA2-0BC069CD8E7F}" type="datetimeFigureOut">
              <a:rPr lang="en-US" smtClean="0"/>
              <a:pPr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venir Next" panose="020B05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venir Next" panose="020B0503020202020204" pitchFamily="34" charset="0"/>
              </a:defRPr>
            </a:lvl1pPr>
          </a:lstStyle>
          <a:p>
            <a:fld id="{C5EF2332-01BF-834F-8236-50238282D533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venir Next" panose="020B0503020202020204" pitchFamily="34" charset="0"/>
              </a:defRPr>
            </a:lvl1pPr>
          </a:lstStyle>
          <a:p>
            <a:fld id="{241EB5C9-1307-BA42-ABA2-0BC069CD8E7F}" type="datetimeFigureOut">
              <a:rPr lang="en-US" smtClean="0"/>
              <a:pPr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venir Next" panose="020B05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venir Next" panose="020B0503020202020204" pitchFamily="34" charset="0"/>
              </a:defRPr>
            </a:lvl1pPr>
          </a:lstStyle>
          <a:p>
            <a:fld id="{C5EF2332-01BF-834F-8236-50238282D533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venir Next" panose="020B0503020202020204" pitchFamily="34" charset="0"/>
              </a:defRPr>
            </a:lvl1pPr>
          </a:lstStyle>
          <a:p>
            <a:fld id="{241EB5C9-1307-BA42-ABA2-0BC069CD8E7F}" type="datetimeFigureOut">
              <a:rPr lang="en-US" smtClean="0"/>
              <a:pPr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venir Next" panose="020B05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venir Next" panose="020B0503020202020204" pitchFamily="34" charset="0"/>
              </a:defRPr>
            </a:lvl1pPr>
          </a:lstStyle>
          <a:p>
            <a:fld id="{C5EF2332-01BF-834F-8236-50238282D533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venir Next" panose="020B0503020202020204" pitchFamily="34" charset="0"/>
              </a:defRPr>
            </a:lvl1pPr>
          </a:lstStyle>
          <a:p>
            <a:fld id="{241EB5C9-1307-BA42-ABA2-0BC069CD8E7F}" type="datetimeFigureOut">
              <a:rPr lang="en-US" smtClean="0"/>
              <a:pPr/>
              <a:t>2/19/25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venir Next" panose="020B05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venir Next" panose="020B0503020202020204" pitchFamily="34" charset="0"/>
              </a:defRPr>
            </a:lvl1pPr>
          </a:lstStyle>
          <a:p>
            <a:fld id="{C5EF2332-01BF-834F-8236-50238282D533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venir Next" panose="020B0503020202020204" pitchFamily="34" charset="0"/>
              </a:defRPr>
            </a:lvl1pPr>
          </a:lstStyle>
          <a:p>
            <a:fld id="{241EB5C9-1307-BA42-ABA2-0BC069CD8E7F}" type="datetimeFigureOut">
              <a:rPr lang="en-US" smtClean="0"/>
              <a:pPr/>
              <a:t>2/19/25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venir Next" panose="020B05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venir Next" panose="020B0503020202020204" pitchFamily="34" charset="0"/>
              </a:defRPr>
            </a:lvl1pPr>
          </a:lstStyle>
          <a:p>
            <a:fld id="{C5EF2332-01BF-834F-8236-50238282D533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venir Next" panose="020B0503020202020204" pitchFamily="34" charset="0"/>
              </a:defRPr>
            </a:lvl1pPr>
          </a:lstStyle>
          <a:p>
            <a:fld id="{241EB5C9-1307-BA42-ABA2-0BC069CD8E7F}" type="datetimeFigureOut">
              <a:rPr lang="en-US" smtClean="0"/>
              <a:pPr/>
              <a:t>2/19/25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venir Next" panose="020B05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venir Next" panose="020B0503020202020204" pitchFamily="34" charset="0"/>
              </a:defRPr>
            </a:lvl1pPr>
          </a:lstStyle>
          <a:p>
            <a:fld id="{C5EF2332-01BF-834F-8236-50238282D533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venir Next" panose="020B0503020202020204" pitchFamily="34" charset="0"/>
              </a:defRPr>
            </a:lvl1pPr>
          </a:lstStyle>
          <a:p>
            <a:fld id="{241EB5C9-1307-BA42-ABA2-0BC069CD8E7F}" type="datetimeFigureOut">
              <a:rPr lang="en-US" smtClean="0"/>
              <a:pPr/>
              <a:t>2/19/25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venir Next" panose="020B05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venir Next" panose="020B0503020202020204" pitchFamily="34" charset="0"/>
              </a:defRPr>
            </a:lvl1pPr>
          </a:lstStyle>
          <a:p>
            <a:fld id="{C5EF2332-01BF-834F-8236-50238282D533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venir Next" panose="020B0503020202020204" pitchFamily="34" charset="0"/>
              </a:defRPr>
            </a:lvl1pPr>
          </a:lstStyle>
          <a:p>
            <a:fld id="{241EB5C9-1307-BA42-ABA2-0BC069CD8E7F}" type="datetimeFigureOut">
              <a:rPr lang="en-US" smtClean="0"/>
              <a:pPr/>
              <a:t>2/19/25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venir Next" panose="020B05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venir Next" panose="020B0503020202020204" pitchFamily="34" charset="0"/>
              </a:defRPr>
            </a:lvl1pPr>
          </a:lstStyle>
          <a:p>
            <a:fld id="{C5EF2332-01BF-834F-8236-50238282D533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venir Next" panose="020B0503020202020204" pitchFamily="34" charset="0"/>
              </a:defRPr>
            </a:lvl1pPr>
          </a:lstStyle>
          <a:p>
            <a:fld id="{241EB5C9-1307-BA42-ABA2-0BC069CD8E7F}" type="datetimeFigureOut">
              <a:rPr lang="en-US" smtClean="0"/>
              <a:pPr/>
              <a:t>2/19/25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venir Next" panose="020B05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venir Next" panose="020B0503020202020204" pitchFamily="34" charset="0"/>
              </a:defRPr>
            </a:lvl1pPr>
          </a:lstStyle>
          <a:p>
            <a:fld id="{C5EF2332-01BF-834F-8236-50238282D533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venir Next" panose="020B0503020202020204" pitchFamily="34" charset="0"/>
              </a:defRPr>
            </a:lvl1pPr>
          </a:lstStyle>
          <a:p>
            <a:fld id="{241EB5C9-1307-BA42-ABA2-0BC069CD8E7F}" type="datetimeFigureOut">
              <a:rPr lang="en-US" smtClean="0"/>
              <a:pPr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venir Next" panose="020B05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venir Next" panose="020B0503020202020204" pitchFamily="34" charset="0"/>
              </a:defRPr>
            </a:lvl1pPr>
          </a:lstStyle>
          <a:p>
            <a:fld id="{C5EF2332-01BF-834F-8236-50238282D533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venir Next" panose="020B0503020202020204" pitchFamily="34" charset="0"/>
              </a:defRPr>
            </a:lvl1pPr>
          </a:lstStyle>
          <a:p>
            <a:fld id="{241EB5C9-1307-BA42-ABA2-0BC069CD8E7F}" type="datetimeFigureOut">
              <a:rPr lang="en-US" smtClean="0"/>
              <a:pPr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venir Next" panose="020B05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venir Next" panose="020B0503020202020204" pitchFamily="34" charset="0"/>
              </a:defRPr>
            </a:lvl1pPr>
          </a:lstStyle>
          <a:p>
            <a:fld id="{C5EF2332-01BF-834F-8236-50238282D533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Bike Use Case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88551BFB-8BE7-3805-6F82-2C400504653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282259" y="205979"/>
            <a:ext cx="404541" cy="372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b="1" kern="1200">
          <a:solidFill>
            <a:schemeClr val="tx1"/>
          </a:solidFill>
          <a:latin typeface="Avenir Next" panose="020B0503020202020204" pitchFamily="34" charset="0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Avenir Next" panose="020B0503020202020204" pitchFamily="34" charset="0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Avenir Next" panose="020B0503020202020204" pitchFamily="34" charset="0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Avenir Next" panose="020B0503020202020204" pitchFamily="34" charset="0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Avenir Next" panose="020B0503020202020204" pitchFamily="34" charset="0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Avenir Next" panose="020B0503020202020204" pitchFamily="34" charset="0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</Words>
  <Application>Microsoft Macintosh PowerPoint</Application>
  <PresentationFormat>Bildschirmpräsentation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Arial</vt:lpstr>
      <vt:lpstr>Avenir Next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Jan Kirenz</cp:lastModifiedBy>
  <cp:revision>9</cp:revision>
  <dcterms:created xsi:type="dcterms:W3CDTF">2017-06-05T14:10:58Z</dcterms:created>
  <dcterms:modified xsi:type="dcterms:W3CDTF">2025-02-19T13:56:47Z</dcterms:modified>
</cp:coreProperties>
</file>